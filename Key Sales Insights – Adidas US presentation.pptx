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E96D-BE81-72A7-A8C2-4FB29635B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579C41-ECE9-D22A-33F3-116052851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27CCD-6A89-7868-FB6F-56ED42F75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F4541-8D9C-A636-3819-59D855BF7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0BBD4-B9C8-67D0-EA17-D6BB16AC4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61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88C7A-54AC-443D-0A5C-E140EAF2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2D47C-A0F8-1228-0936-A3A29BDC1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28766-040A-6692-8A34-97CD14C2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E0855-6966-F035-0669-8CE6DBC4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29493-819E-5516-6E13-21923ACD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61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521FE-2C8D-9BE0-F015-8240F0BB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5FB05-453B-198B-6275-070D0C2FE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E91E2-8096-559C-1830-613C43F86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53404-45A8-60C6-1E7B-BBA3960B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EABC8-FC29-20B9-5043-652C8170F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87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F5B4-5904-3102-4A30-F9A397BC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2B321-8507-BECF-26E9-4CB06FF1C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30CE5-A6C6-BAEA-3A8B-82D92832F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49A01-D650-7FCF-FC2F-5AFCECA50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CA0CB-8DF8-AA82-7821-E3AE7971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38CE-8234-4A81-324E-D1C4B9C2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795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56C9-F6F3-4635-6546-70DBB7A4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D43D4-56EC-B883-5367-A671D37C4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56669-B913-D5D0-A2AE-F8425FBBA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D3A73-3662-8B49-BCA5-F3020B620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84C68-9B32-2AB5-1758-0293806461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BC0AA-CE89-E6A6-3F06-54C4BC33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EB6DA9-6774-77D1-219E-8A73D57A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1D86-1658-E548-EBFB-F5A35B55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238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D5714-6EFC-0CF3-7EE6-4F24D37B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5AC45-AF46-6155-5E1F-9C34450EF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A8694-BBD2-3B86-1842-CF1E590CB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8BD08-7423-1DA3-AA3A-3F42B799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67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60ADB0-8584-FB7A-BC60-895055D44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1F660-B0E8-5499-E690-E527F1101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58472-A130-AF76-C3E2-A7E18492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91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BB2F9-85DD-E2FF-1A9F-42B39CC54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02AA1-85DD-A4AB-AB33-27BF1F737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21B0C-17BD-D36C-1F98-09AC6C3E8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81A96-6A8E-F97C-3F43-0230EE14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6EDCA-2C12-1AB5-2889-6A9A77361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EFCAE-340B-4560-B943-F7B69252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74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C70B-2CB9-7154-EAA7-B8E1DE8F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75601-9D89-BD62-E638-8E9611AFA7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6D036-003A-D173-3AB3-2BCC8F792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9D72A-4DB9-A6B4-47BE-BCADFEA52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2A342-6008-28FE-3CA6-E7C33539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078B7-BDD2-5393-C816-C1115668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806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865F-A776-82E5-E753-4EBC735B7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09208-05F7-59A9-5C3F-688AC866B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9EE8C-05AE-7EF4-890D-ACF761F6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C3FA6-8873-DA1D-9AD5-15AF668CC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3E10D-F13B-8BB5-33BB-57D869AE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52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9A8040-68F7-468A-906A-4F7BA6DE5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40E00-4A96-A5C7-94EB-5B978E22B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A4D0B-26E4-7E84-B509-264A32E0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8F5C7-6BB0-5CD0-8ABC-7B85B8551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B3F29-B3AA-B872-B123-C830BD1F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196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D720B-B4C1-DCDA-75B9-CAFEA152C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93165-9C47-7E4C-D5AD-9024E6287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E7678-BEFA-3023-54CB-B37D83D40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6849C-E3A2-4B0D-94BF-25979FA01F9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FCD8F-88D6-14CF-94B6-036CBBCCF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F5ADE-A7E6-AFD9-CAFC-C79E4DAC9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460AA-1D2E-4A59-A513-71B8CD7D11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2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FF52-0D0C-0AB4-606D-ACCD715BC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📊 Key Sales Insights – Adidas US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830F3D7-FDB3-79E9-410E-F31CC99B7C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Sources : Dataset of sales of Adidas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DFF560-90F4-5B95-E70C-179AAE872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713" y="0"/>
            <a:ext cx="1791287" cy="120663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792181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C818C-DA66-C2A3-2523-A229930AC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🌎 Regional Performance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BA59E-C01E-0645-99D4-B6EB0948D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West</a:t>
            </a:r>
            <a:r>
              <a:rPr lang="en-US" dirty="0"/>
              <a:t> region had the </a:t>
            </a:r>
            <a:r>
              <a:rPr lang="en-US" b="1" dirty="0"/>
              <a:t>highest total sales</a:t>
            </a:r>
            <a:r>
              <a:rPr lang="en-US" dirty="0"/>
              <a:t> overall.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South</a:t>
            </a:r>
            <a:r>
              <a:rPr lang="en-US" dirty="0"/>
              <a:t> region led in </a:t>
            </a:r>
            <a:r>
              <a:rPr lang="en-US" b="1" dirty="0"/>
              <a:t>Q3 sales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Midwest</a:t>
            </a:r>
            <a:r>
              <a:rPr lang="en-US" dirty="0"/>
              <a:t> had the </a:t>
            </a:r>
            <a:r>
              <a:rPr lang="en-US" b="1" dirty="0"/>
              <a:t>lowest sales</a:t>
            </a:r>
            <a:r>
              <a:rPr lang="en-US" dirty="0"/>
              <a:t> among all regions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7689A-C01F-D713-8A93-757D4E88D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713" y="0"/>
            <a:ext cx="1791287" cy="120663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8660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056F-939D-12B8-51B7-3690623BC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🏙️ State &amp; City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74065-DF56-F0E0-6F7B-588B45387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New York</a:t>
            </a:r>
            <a:r>
              <a:rPr lang="en-US" dirty="0"/>
              <a:t> had the </a:t>
            </a:r>
            <a:r>
              <a:rPr lang="en-US" b="1" dirty="0"/>
              <a:t>highest sales</a:t>
            </a:r>
            <a:r>
              <a:rPr lang="en-US" dirty="0"/>
              <a:t> among all states.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Nebraska</a:t>
            </a:r>
            <a:r>
              <a:rPr lang="en-US" dirty="0"/>
              <a:t> recorded the </a:t>
            </a:r>
            <a:r>
              <a:rPr lang="en-US" b="1" dirty="0"/>
              <a:t>lowest state-level sales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Difference of  both is ~58 million dollars(approx.)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366A95-0101-6717-E101-2C645B3BD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713" y="0"/>
            <a:ext cx="1791287" cy="12066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275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88E7-9DAA-8454-2800-26ADF5407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🧢 Product Category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34D46-A690-266A-A4D4-B22F7FA8E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Men’s Street Footwear</a:t>
            </a:r>
            <a:r>
              <a:rPr lang="en-US" dirty="0"/>
              <a:t> was the </a:t>
            </a:r>
            <a:r>
              <a:rPr lang="en-US" b="1" dirty="0"/>
              <a:t>top-selling product</a:t>
            </a:r>
            <a:r>
              <a:rPr lang="en-US" dirty="0"/>
              <a:t> category.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Men's products</a:t>
            </a:r>
            <a:r>
              <a:rPr lang="en-US" dirty="0"/>
              <a:t> sold </a:t>
            </a:r>
            <a:r>
              <a:rPr lang="en-US" b="1" dirty="0"/>
              <a:t>more units</a:t>
            </a:r>
            <a:r>
              <a:rPr lang="en-US" dirty="0"/>
              <a:t> than women's products.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B93B2-08DD-717A-DE28-4BDED5D3D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713" y="0"/>
            <a:ext cx="1791287" cy="120663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187634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A7CF-062A-DE3F-757E-DF8ED7B93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🛍️ Sales Method &amp; Seasonality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7B6BF-99DE-9D25-9BC6-A76C62EBD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In-store</a:t>
            </a:r>
            <a:r>
              <a:rPr lang="en-US" dirty="0"/>
              <a:t> purchases generated </a:t>
            </a:r>
            <a:r>
              <a:rPr lang="en-US" b="1" dirty="0"/>
              <a:t>more revenue</a:t>
            </a:r>
            <a:r>
              <a:rPr lang="en-US" dirty="0"/>
              <a:t> than online.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July (Month 7)</a:t>
            </a:r>
            <a:r>
              <a:rPr lang="en-US" dirty="0"/>
              <a:t> saw the </a:t>
            </a:r>
            <a:r>
              <a:rPr lang="en-US" b="1" dirty="0"/>
              <a:t>highest sales volume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061DEC-EFF8-5F04-74B1-592314577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0713" y="0"/>
            <a:ext cx="1791287" cy="120663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928323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130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📊 Key Sales Insights – Adidas US</vt:lpstr>
      <vt:lpstr>🌎 Regional Performance</vt:lpstr>
      <vt:lpstr>🏙️ State &amp; City Insights</vt:lpstr>
      <vt:lpstr>🧢 Product Category Trends</vt:lpstr>
      <vt:lpstr>🛍️ Sales Method &amp; Seasonality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Kenil Lad</dc:creator>
  <cp:lastModifiedBy>Kenil Lad</cp:lastModifiedBy>
  <cp:revision>2</cp:revision>
  <dcterms:created xsi:type="dcterms:W3CDTF">2025-05-02T09:21:15Z</dcterms:created>
  <dcterms:modified xsi:type="dcterms:W3CDTF">2025-05-02T09:29:36Z</dcterms:modified>
</cp:coreProperties>
</file>